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Samsung Display local engineers  ·  Vietnam (SDV) and China (DSC)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Public information only. Not an official policy document.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01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and generative AI are not the same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Interlocks, recipes, SPC, PLC. Still the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FDC, virtual metrology,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images, molecules. Drafts, not gauges.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