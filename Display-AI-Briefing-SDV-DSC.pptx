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ENGINEER BRIEFING  ·  SDV  ·  DSC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>
                <a:solidFill>
                  <a:srgbClr val="F4F6FB"/>
                </a:solidFill>
                <a:latin typeface="Calibri"/>
                <a:ea typeface="Calibri"/>
              </a:rPr>
              <a:t>ML, deep learning, and
generative AI on a display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E6EBF6"/>
                </a:solidFill>
                <a:latin typeface="Calibri"/>
                <a:ea typeface="Calibri"/>
              </a:rPr>
              <a:t>Quality engineers at SDV (Vietnam) and DSC (China)  ·  not AI researchers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B7C4E0"/>
                </a:solidFill>
                <a:latin typeface="Calibri"/>
                <a:ea typeface="Calibri"/>
              </a:rPr>
              <a:t>Local LLMs on site: Qwen  ·  Kimi  ·  GLM. Public chatbots are the wrong tool.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Who this talk is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 engineers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Incoming, in-process, OQC, claims, 8D, NCR. You own the class, the number, and the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Engineers, not AI specialists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You read a control chart and an SOP. You will not be asked to explain back-propagation.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and DSC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Vietnam and China. Korean SOP, local shop cards. Same rules on both sites.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Out of scope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Model research, vendor bake-offs, GPU capacity. Replacing AOI with a caption.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  / 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jobs, in plain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is over spec, hold the lot. Interlocks, recipes, SPC. A chatbot does not override an interlock.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Scoring AI (ML / 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class or a number: mura vs particle, risk score. AOI and FDC. System of record for pass/fail.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Drafting AI (generative)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8D shell, translation, hypotheses. Qwen, Kimi, GLM. A human still signs.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The split that matters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score is not a sentence. A fluent sentence is not a fact. A local model is not a public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  / 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Qwen, Kimi, GLM — not a public chatbot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Qwen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Default general assistant. Multilingual, code, tables. 8D shells and KO/ZH/VI/EN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Kimi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Long context. Full SOP chapter, a week of logs, a claim pack with PDFs. Cite the revision, then cut.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GLM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Strong Chinese. Natural at DSC. Shop cards and ZH SOP excerpts with frozen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Still true locally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Hallucination does not go away. Local means the text stays inside. It does not mean the text is true.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4  / 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Thirty minutes, then the original pages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Short talk: Start → Local LLM → Generative AI → Playbook (quality) → Rules.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original eight pages are still in the deck and on the site: Map, ML, DL, GenAI, Trends, Line, Playbook, Rules.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Do not skip Rules even in a short talk.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the local model is down, wait. Do not fall back to a public chatbot “just this once.”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5  / 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Eight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01  Map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ML, DL, and generative AI are not the same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02  Machine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Scores a repeating signal: FDC, yield, PdM.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03  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Sees the panel: AOI, gold labels, escape vs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04  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drafts, RAG, agents.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05  2026 trends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Agents, multimodal, RAG, governance.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06  On the line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Where each layer attaches. Three public cases.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07  Playbook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Prompts you can run this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08  Guardrails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Fluent is not true. Sign-off sits on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6  / 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Wrong tool wastes time and creates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already use AI: SPC, FDC, AOI classifiers. Those score a repeating signal.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Generative AI does a different job: language, images, code, candidate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Agentic systems sit on top and call tools. They do not own the recipe.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Detect versus draft. Score versus explain. Model ops versus a prompt plus a reviewer.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7  / 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stack on a display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99616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Interlocks, recipes, SPC, PLC. Still the last word on a running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32304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Classical ML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Tabular models on sensors and yield. FDC, virtual metrology, PdM.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36976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3814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6499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Nets on images and traces. AOI for mura, particle, scratch.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9664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80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Creates text, code, images, molecules. Drafts, not gauges.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02352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Plans and calls tools. Read-only first. Human signs the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8  / 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Side by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ML / 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Classify, detect, predict, rank.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label, score, box, remaining life.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labeled line data. Retrain on drift.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AOI, FDC, yield, virtual metrology, PdM.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false calls, missed defects, silent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Draft, explain, translate, design options.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text, image, code, candidate molecule.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documents, examples, tools. Ground it.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SOP Q&amp;A, 8D, code, virtual CD, materials.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hallucination and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9  / 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One defect, every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93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AOI flags the mura cluster on lots from chamber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FDC shows a slow walk in a deposition sensor — in spec, out of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564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GenAI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4381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LLM drafts three 5-why hypotheses from alarms + SOP. Still a draft.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3159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3525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Pulls last 20 lots, overlays the map, lists DOE factors. No recipe write.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2303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852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Kill weak hypotheses. Open change control. AI never bypasses the path.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10  / 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one should I 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Repeating signal → score or class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ML / DL. Inspection images, traces, yield tables. Train, validate, watch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First draft, explanation, translation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generative AI. Then a human checks facts, numbers, and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Detect, then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Both, in that order. DL finds the defect. GenAI writes the deviation. Do not swap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Next step is a tool call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 on a leash. Pull lots, plot, search. Not allowed to touch the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11  / 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ML scores a repeating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do not write “if pressure &gt; X then alarm.” You show healthy traces and bad traces.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Three questions: What is the input? What is the output? How do we know it survives a recipe change?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Deep learning is a kind of ML for raw images and sequences. This layer is tables, traces,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it cannot beat last-week average on a held-out week, you added a black box for no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12  / 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Four jobs — name the job before the vendor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Classification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Pass/fail, mura vs particle, vendor risk. The argument is overkill versus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Regression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Predict CD, luminance, yield, remaining life. Must beat a simple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Anomaly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Healthy envelope. FDC on deposition. Threshold too tight → alarm flood.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Order lots by risk so scarce PE/QC hours go to the top of the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13  / 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How you know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 at SDV / DSC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Train / validate / test — test on a week the model never saw, after a PM if you can.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Precision = of the alarms, how many were real.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Recall = of the real defects, how many we caught.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You choose the overkill–escape point. The model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Watch score distribution, not only a green dashboard.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Retrain is a process: stack, lighting, part, vendor change.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Gold labels: two engineers should agree on the same lot.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is not for 8Ds, SOP translation, or invented specs.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14  / 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Deep learning sees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Classical ML wants columns you already understand. DL starts from pixels and waveforms.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Main display job: AOI — mura, particle, scratch, stain, dead pixel.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Someone has to label thousands of defects. The net is only as honest as that library.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lighting, camera, or product change can quietly ruin a model that still looks “99% accurate.”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15  / 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Why AOI models fail in quiet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Gold labels are the product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two engineers disagree on mura vs stain, the net learns the disagreement.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 imbalance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Always-pass is 99% accurate and useless. Report escape and overkill, not headline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Domain shift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New stack, glass, lighting, camera, product. Treat a ramp as a retrain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Heatmaps are not metrology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They debug the model. They do not close an 8D. Captions are not CD.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16  / 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Public case — SDV setup 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Equipment setup used to mean a person measuring on the tool — picker-to-panel, for example.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Published software: capture the scene on a mobile device. Vision finds the region and returns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Result (public): 2 min 30 sec → 10 sec. Fewer manual errors, fewer bodies near moving parts.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This is ML / computer vision. It is not a chatbot describing the photo.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17  / 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Generative AI writes what did not exist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classifier answers “which class?” A generative model answers “what comes next?”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It is paid to finish your prompt. Fluency is the product. Truth is your job.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Honest uses: drafts, translation, code, virtual images, material search.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Never a replacement for AOI or FDC. Never a gauge.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18  / 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Tokens, RAG,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Tokens, not thoughts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Next-token prediction. A confident paragraph can still be a chain of likely words.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 is normal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It will quote a limit you never pasted. Every number is guilty until SOP / MES /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 first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Search approved SOP, then write from those passages. Stale index = last quarter’s limit, fluently.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Agents on a leash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Plan, call search/SQL/plot. Read-only tools. Log every call. No recipe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19  / 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prompt is a work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Role — “display process engineer.” Sets jargon, not security.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Evidence — paste the log, SOP excerpt, schema.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Constraints — freeze units. Ban invented part numbers.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Shape — three hypotheses each with a check. D1–D3 only. A table, not an essay.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and DSC can share one SOP only if 2.50 mm stays 2.50 mm, not 2.5.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Production class still comes from AOI, not from a caption.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Virtual CD images still have to agree with a golden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Code: paste schema, read the script, run on a copy.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20  / 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Copilots were last year. Agents are this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2023–24 was chat in a browser. 2026 is photo + SOP search + script + next measurement.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RSM 2026: 79% of manufacturing respondents already using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Samsung Electronics (1 Mar 2026): AI-driven factories by 2030 — twins, agents, robotics.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gap is no longer access. It is judgment: what the model may see, and who signs.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21  / 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“Pull last week’s mura lots on line 2, group by chamber, draft the DOE.” You still approve.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Multimodal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Defect photo + spec snippet in one prompt. Caption is a hypothesis, not metrology.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Cite current KO SOP and VI/ZH shop card with revision IDs. Index freshness is a process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Governance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Allow-lists, audit logs, data residency. Public models get public knowledge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22  / 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Where each layer attaches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7396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492"/>
                <a:gridCol w="2793492"/>
                <a:gridCol w="2793492"/>
                <a:gridCol w="2793492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ML / DL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Generative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TFT / CD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Overlay &amp; CD models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Virtual CD image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DOE from scrap clusters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Deposition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Rate / uniformity /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Shift report, material search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Golden-week compare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AOI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Defect classifier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8D draft from image + log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Like-defect pack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Equipment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PdM,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Work order from alarms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PM vs production calendar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Documents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SOP Q&amp;A, translation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Cite current revision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23  / 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public Samsung Display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· measurement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Vision setup measurement. 2:30 → 10 s. ML / computer vision. Know this one at SDV.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CD,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Neural style transfer: layout + real photo → virtual image for electrode CD. Still needs a golden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materials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Generate / predict / synthesizable loop. Millions of OLED candidates. Screening still ends in a 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24  / 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By role,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Process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Night of alarms → three hypotheses with checks. DOE one-pager from a defect trend.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Equipment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Alarm code → manual section + first five checks. Work order from a thread.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/ 5-why shells. Photo as a hypothesis, not the official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PE / IE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Python for daily yield and 3σ lots. SQL on an extract, never prod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25  / 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Weak prompt, better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“Why is yield down?”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“Write an 8D for this.”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“Translate this SOP.”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Line 2 module −2.1 pp, 10–17 Aug, mura zone C, chamber B. Three hypotheses + a check. Do not invent a spec.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 D1–D3 only from this log and SOP. Quote the revision. Leave D4–D8 as questions.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Shop-floor Vietnamese. Freeze every number and unit. Keep tool IDs in English. List unsure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26  / 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Do not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Unreleased stack, recipe, or CD numbers into a public model.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Customer names, device codes, or complaint files that identify a brand.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Full database extracts with operator IDs.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you would not put in an email to a vendor.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Use the company-approved assistant. English often helps code; local language helps shop-floor SOP.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27  / 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Fluent is not the same as 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Invented limit or “last time we did this.” Every customer-facing number needs SOP / MES / gauge.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Leakage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Public chat logs are not your archive. A screenshot of a recipe is still a recipe.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Drift (ML/DL)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mura library silently rots after a stack or lighting change. Owners + gold 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Skipping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plausible DOE is still a process change when you run it. Read-only by default.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28  / 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sign-off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a number can scrap a lot or reach a customer, a named engineer confirms it against a system of record.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Your advantage is not typing speed. It is knowing what the chamber did at 3 a.m. and which SOP is in force.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Find the allowed tool. Pilot one repeating draft. Share one good prompt and one that invented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29  / 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F4F6FB"/>
                </a:solidFill>
                <a:latin typeface="Calibri"/>
                <a:ea typeface="Calibri"/>
              </a:rPr>
              <a:t>The line does not need more enthusiasm for AI.
It needs engineers who can tell a classifier
from a paragraph.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SDV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Vietnam  ·  local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920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DSC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China  ·  local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