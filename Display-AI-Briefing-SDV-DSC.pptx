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SDV (Vietnam) and DSC (China)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LLMs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OQC, claims, 8D, NCR.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an SOP.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Vietnam and China. Korean SOP, local shop cards. Same rules on both sites.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is over spec, hold the lot. Interlocks, recipes, SPC.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class or a number: mura vs particle, risk score. AOI and FDC.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model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few words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Eight Disciplines. The quality form for a claim or NCR: D1 team, D2 problem, D3 containment, D4 cause, D5–D8 correct, implement, prevent, close.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NCR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Nonconformance report. Internal file when a lot or part is off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L0–L4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Layers on the line. L0 rules, L1 classical ML, L2 deep learning, L3 generative, L4 agent. New layers do not retire the ones below.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AOI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FDC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= Eight Disciplines. From a log and SOP excerpt.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generative AI. 8D is a form. L0–L4 is the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09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No learning. Interlocks, recipes, SPC, PLC.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Score or flag, not a paragraph. FDC,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Production class: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images. Drafts 8D D1–D3. Not a gauge.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8D is a form, not 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D1 Team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Who owns the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D2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failed, where, how many. From MES, AOI, or the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D3 Containment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we hold now. Dates and lots from the log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D4 Root cause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Why. Needs data. The model does not invent this.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D5 Corrective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will fix this lot or this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D6 Implement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Run it. Change control if the process moves.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D7 Prevent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So it does not come 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D8 Close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File and sign. A named engineer. GenAI drafts D1–D3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36  / 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37  / 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