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Quality engineers at SDV (Vietnam) and DSC (China)  ·  not AI researchers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Local LLMs on site: Qwen  ·  Kimi  ·  GLM. Public chatbots are the wrong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 engineers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Incoming, in-process, OQC, claims, 8D, NCR. You own the class, the number, and the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Engineers, not AI specialists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You read a control chart and an SOP. You will not be asked to explain back-propagation.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and DSC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Vietnam and China. Korean SOP, local shop cards. Same rules on both sites.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jobs, in plain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is over spec, hold the lot. Interlocks, recipes, SPC. A chatbot does not override an interlock.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Scoring AI (ML / 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class or a number: mura vs particle, risk score. AOI and FDC. System of record for pass/fail.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Drafting AI (generative)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8D shell, translation, hypotheses. Qwen, Kimi, GLM. A human still signs.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The split that matters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score is not a sentence. A fluent sentence is not a fact. A local model is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Score a repeating defect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AOI with your mura library. A trained job, not a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Flag a walking tool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FDC learns a healthy envelope. Often still inside spec.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 scarce hours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Which ten lots to re-inspect. A queue, not a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 after the score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shell or translation once the log or AOI exists. Draft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Replace an interlock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&gt; spec, hold the lot. The model has no vote on a running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Stay right after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stack silently rots after lighting, material, or recipe move.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Sign to the customer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named engineer owns ppm, date, containment. The model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Invent a limit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it is not in SOP, MES, or a gauge, it is a guess in your font.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Write 8D D1–D3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From a log and SOP excerpt you pasted. You fill D4–D8 from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Alarms → hypotheses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Three causes, each with a check. You kill the weak 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Translate a shop card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Freeze every number, unit, tool ID, revision.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Caption a photo as a hypothesis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Likely class and why. Production class still comes from AOI.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Production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That is AOI. Gold labels. Overkill vs escape is your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Read CD off a caption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Pretty text is not metrology. Numbers come from the instrument.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Close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fluent DOE is still a process change when you run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Keep a claim safe on a public bot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Even “just to try.” Local Qwen / Kimi / GLM only. If down, wait.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Quality desk — one line 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Panel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can, if AOI is trained. Generative: cannot. Caption is a hypothesis.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8D first draft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cannot write the story. Generative: D1–D3 only. You own D4–D8.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Customer ppm or date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Only from MES or a real model. Generative leaves a blank.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Recipe or spec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Neither kind of AI approves. Change control stays human.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Start. Can and cannot. Scoring AI versus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Map, machine learning, deep learning — how each layer works.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Trends, the line, playbook,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Local LLM last: Qwen, Kimi, GLM. Not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01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and generative AI are not the same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Interlocks, recipes, SPC, PLC. Still the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FDC, virtual metrology,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images, molecules. Drafts, not gauges.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26  / 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27  / 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 Know this one at SDV.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28  / 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29  / 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30  / 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31  / 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32  / 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33  / 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Qwen, Kimi, GLM — not a public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Qwen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Default general assistant. Multilingual, code, tables. 8D shells and KO/ZH/VI/EN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Kimi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Long context. Full SOP, a week of logs, a claim pack. Cite the revision, then 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GLM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Strong Chinese. Natural at DSC. Shop cards and ZH SOP with frozen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Still true locally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Hallucination does not go away. Local means the text stays inside. Not that it is true.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34  / 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model, after you know 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8D D1–D3: Qwen or GLM. Long SOP or claim pack: Kimi.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Chinese shop card: GLM. KO → VI short SOP: Qwen. Freeze 2.50 mm.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with a customer name: local only. If the local tool is down, wait.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dump a full MES extract. Do not ask for production pass/fail. Do not fall back to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35  / 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